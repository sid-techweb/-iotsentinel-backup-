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 logo" descr="Easwari Engineering 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1168"/>
            <a:ext cx="1920240" cy="1920240"/>
          </a:xfrm>
          <a:prstGeom prst="rect">
            <a:avLst/>
          </a:prstGeom>
        </p:spPr>
      </p:pic>
      <p:sp>
        <p:nvSpPr>
          <p:cNvPr id="3" name="College"/>
          <p:cNvSpPr txBox="1"/>
          <p:nvPr/>
        </p:nvSpPr>
        <p:spPr>
          <a:xfrm>
            <a:off x="2377440" y="566928"/>
            <a:ext cx="7680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EASWARI ENGINEERING COLLEGE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(Autonomous)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Ramapuram, Chennai - 600 089</a:t>
            </a:r>
          </a:p>
        </p:txBody>
      </p:sp>
      <p:sp>
        <p:nvSpPr>
          <p:cNvPr id="4" name="Project title"/>
          <p:cNvSpPr txBox="1"/>
          <p:nvPr/>
        </p:nvSpPr>
        <p:spPr>
          <a:xfrm>
            <a:off x="640080" y="224028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Times New Roman"/>
              </a:rPr>
              <a:t>IOT DEVICE HEALTH AND SECURITY</a:t>
            </a:r>
          </a:p>
          <a:p>
            <a:pPr algn="ctr">
              <a:spcAft>
                <a:spcPts val="0"/>
              </a:spcAft>
            </a:pPr>
            <a:r>
              <a:rPr sz="3800" b="1">
                <a:solidFill>
                  <a:srgbClr val="000000"/>
                </a:solidFill>
                <a:latin typeface="Times New Roman"/>
              </a:rPr>
              <a:t>MONITORING PLATFORM</a:t>
            </a:r>
          </a:p>
        </p:txBody>
      </p:sp>
      <p:sp>
        <p:nvSpPr>
          <p:cNvPr id="5" name="Department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Artificial Intelligence and Data Science</a:t>
            </a:r>
          </a:p>
        </p:txBody>
      </p:sp>
      <p:sp>
        <p:nvSpPr>
          <p:cNvPr id="6" name="Subject"/>
          <p:cNvSpPr txBox="1"/>
          <p:nvPr/>
        </p:nvSpPr>
        <p:spPr>
          <a:xfrm>
            <a:off x="1417320" y="48463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Subject Name: Full Stack Development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Subject Code: 2311CSC503R</a:t>
            </a:r>
          </a:p>
        </p:txBody>
      </p:sp>
      <p:sp>
        <p:nvSpPr>
          <p:cNvPr id="7" name="Guide"/>
          <p:cNvSpPr txBox="1"/>
          <p:nvPr/>
        </p:nvSpPr>
        <p:spPr>
          <a:xfrm>
            <a:off x="1417320" y="571500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Under the Guidance of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Ms. D S K Harshitha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Technical Trainer, AIADS</a:t>
            </a:r>
          </a:p>
        </p:txBody>
      </p:sp>
      <p:sp>
        <p:nvSpPr>
          <p:cNvPr id="8" name="Presented by"/>
          <p:cNvSpPr txBox="1"/>
          <p:nvPr/>
        </p:nvSpPr>
        <p:spPr>
          <a:xfrm>
            <a:off x="6172200" y="571500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Presented By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Siddharth S - 310624243179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III Year, Section D, Batch 2024-2028</a:t>
            </a:r>
          </a:p>
        </p:txBody>
      </p:sp>
    </p:spTree>
    <p:extLst>
      <p:ext uri="{BB962C8B-B14F-4D97-AF65-F5344CB8AC3E}">
        <p14:creationId xmlns:p14="http://schemas.microsoft.com/office/powerpoint/2010/main" val="376580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SCOPE OF THIS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What will be covered in the first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1947672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83664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Project Overview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Problem, purpose and target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783080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34456" y="1947672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883664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Requirements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Functional and non-functional goals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32888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" y="2697480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3347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Architecture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How the platform is organized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532888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34456" y="2697480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63347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Use Cases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What operators and admins can 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82696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8096" y="3447288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383279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Modules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Dashboard, devices, alerts, prediction, firmware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3282696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34456" y="3447288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383279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Technology Stack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React, Node, PostgreSQL, Redis and 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32504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197096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13308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UI / Frontend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Screens and interaction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032504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34456" y="4197096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13308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Data / Backend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REST API, data flow and persistence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782312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68096" y="4946903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882896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Status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What is built and working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4782312"/>
            <a:ext cx="48006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34456" y="4946903"/>
            <a:ext cx="5029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882896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2A3A"/>
                </a:solidFill>
                <a:latin typeface="Aptos"/>
              </a:rPr>
              <a:t>Challenges &amp; Next Steps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Considerations and remaining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Functional capabilities of the current IoT Sentinel platform, plus quality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07492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Register devices and keep a central inventory with live status.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Ingest heartbeats and telemetry from devices through a REST API.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Detect offline devices through missed-heartbeat monitoring.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Raise threshold alerts from configurable warning/critical rules.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Predict anomalies before a limit is breached (predictive alerts).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Track firmware versions and run controlled update rollouts.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Log, triage and summarise security incidents.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Sign in with admin and read-only viewer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691640"/>
            <a:ext cx="507492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819656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Non-Functional / Quality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12848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Usability: one live dashboard with a mobile-friendly layout.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Reliability: heartbeat TTLs and alerts that clear themselves.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Security: JWT sign-in, hashed passwords and hashed device keys.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Performance: Redis holds live state; PostgreSQL keeps history.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Maintainability: typed (TypeScript) modular API and UI.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Portability: one-command Docker Compose deployment.</a:t>
            </a:r>
          </a:p>
          <a:p>
            <a:pPr>
              <a:spcAft>
                <a:spcPts val="700"/>
              </a:spcAft>
              <a:defRPr sz="1019">
                <a:solidFill>
                  <a:srgbClr val="122A3A"/>
                </a:solidFill>
                <a:latin typeface="Aptos"/>
              </a:defRPr>
            </a:pPr>
            <a:r>
              <a:t>•  Extensibility: simulator and real devices share one ingest path.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Layered architecture of the IoT Sentinel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73152" cy="109728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30552"/>
            <a:ext cx="1965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DEVICES / SIMULATOR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Telemetry • Heartbeat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659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965960"/>
            <a:ext cx="73152" cy="109728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130552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EXPRESS REST API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Auth • Ingest •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9659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20" y="1965960"/>
            <a:ext cx="73152" cy="1097280"/>
          </a:xfrm>
          <a:prstGeom prst="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130552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REDIS + POSTGRESQL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Live state •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1737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965960"/>
            <a:ext cx="73152" cy="1097280"/>
          </a:xfrm>
          <a:prstGeom prst="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2130552"/>
            <a:ext cx="146303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REACT UI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2514600"/>
            <a:ext cx="54864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2514600"/>
            <a:ext cx="59436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2514600"/>
            <a:ext cx="54864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3794760"/>
            <a:ext cx="9966960" cy="1417320"/>
          </a:xfrm>
          <a:prstGeom prst="roundRect">
            <a:avLst/>
          </a:prstGeom>
          <a:solidFill>
            <a:srgbClr val="083C49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3922776"/>
            <a:ext cx="96377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Supporting Services &amp; Libraries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279392"/>
            <a:ext cx="963777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Anomaly predictor (TypeScript, logistic regression) • Heartbeat sweeper • Device simulator • JWT + bcrypt • Zod validation • Recharts • TanStack Query • 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5B7686"/>
                </a:solidFill>
                <a:latin typeface="Aptos"/>
              </a:rPr>
              <a:t>Note: there is no MQTT broker in this stack; real devices report over the REST API and the simulator uses the same ingest code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USE CASE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Main interactions supported by the current IoT Sentinel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73152" cy="91440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084832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OPERATOR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Monitors the fleet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73152" cy="914400"/>
          </a:xfrm>
          <a:prstGeom prst="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410712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ADMIN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Manages devices and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560320"/>
            <a:ext cx="1828800" cy="914400"/>
          </a:xfrm>
          <a:prstGeom prst="roundRect">
            <a:avLst/>
          </a:prstGeom>
          <a:solidFill>
            <a:srgbClr val="083C49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52560" y="2560320"/>
            <a:ext cx="73152" cy="91440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2724912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IOT SENTINEL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Alerts and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73736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17520" y="173736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82112" y="190195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Monitor Fleet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Live health + status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4709160" y="2157984"/>
            <a:ext cx="4343400" cy="859536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83480" y="173736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3480" y="173736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48072" y="190195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Review Alerts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Acknowledge / resolve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6675120" y="2157984"/>
            <a:ext cx="2377440" cy="859536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49440" y="173736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0" y="173736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4031" y="190195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View Predictions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Forecast breaches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8641080" y="2157984"/>
            <a:ext cx="411480" cy="859536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017520" y="306324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520" y="306324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82112" y="322783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Manage Firmware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Roll out updates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709160" y="3017520"/>
            <a:ext cx="4343400" cy="466344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983480" y="306324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83480" y="306324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48072" y="322783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Triage Incidents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Log + resolve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675120" y="3017520"/>
            <a:ext cx="2377440" cy="466344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949440" y="3063240"/>
            <a:ext cx="1691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949440" y="3063240"/>
            <a:ext cx="73152" cy="841248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14031" y="3227832"/>
            <a:ext cx="14173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Configure Rules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Edit thresholds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8641080" y="3017520"/>
            <a:ext cx="411480" cy="466344"/>
          </a:xfrm>
          <a:prstGeom prst="line">
            <a:avLst/>
          </a:prstGeom>
          <a:ln w="12700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468880" y="2148840"/>
            <a:ext cx="548640" cy="228600"/>
          </a:xfrm>
          <a:prstGeom prst="line">
            <a:avLst/>
          </a:prstGeom>
          <a:ln w="12700">
            <a:solidFill>
              <a:srgbClr val="5B7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468880" y="3474720"/>
            <a:ext cx="548640" cy="228600"/>
          </a:xfrm>
          <a:prstGeom prst="line">
            <a:avLst/>
          </a:prstGeom>
          <a:ln w="12700">
            <a:solidFill>
              <a:srgbClr val="5B7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17520" y="438912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Typical flow: sign in → open dashboard → inspect a device → review</a:t>
            </a:r>
            <a:br>
              <a:rPr sz="1200" b="1">
                <a:solidFill>
                  <a:srgbClr val="122A3A"/>
                </a:solidFill>
                <a:latin typeface="Aptos"/>
              </a:rPr>
            </a:br>
            <a:r>
              <a:rPr sz="1200" b="1">
                <a:solidFill>
                  <a:srgbClr val="122A3A"/>
                </a:solidFill>
                <a:latin typeface="Aptos"/>
              </a:rPr>
              <a:t>alerts/predictions → acknowledge, update firmware or log an incident.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Main entities stored in PostgreSQL and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118872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Device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name • type • location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firmware •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1828800"/>
            <a:ext cx="73152" cy="118872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993392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Telemetry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temp • cpu • memory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battery •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73152" cy="1188720"/>
          </a:xfrm>
          <a:prstGeom prst="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8152" y="1993392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Alert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type • severity • metric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status • timestamps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73152" cy="1188720"/>
          </a:xfrm>
          <a:prstGeom prst="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993392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Incident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category • severity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device •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73152" cy="118872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867911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Firmware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release • version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update •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70332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23560" y="3703320"/>
            <a:ext cx="73152" cy="118872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88152" y="3867911"/>
            <a:ext cx="1874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Rule &amp; User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thresholds • roles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email • password hash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4640" y="2423160"/>
            <a:ext cx="32004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423160"/>
            <a:ext cx="32004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0" y="2423160"/>
            <a:ext cx="32004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55648" y="3017520"/>
            <a:ext cx="0" cy="68580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93408" y="3017520"/>
            <a:ext cx="0" cy="68580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52578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686"/>
                </a:solidFill>
                <a:latin typeface="Aptos"/>
              </a:rPr>
              <a:t>Relationships: a device produces telemetry; rules turn telemetry into alerts; incidents and firmware updates attach to devices; users acknowledge alerts.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MODULE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What each module does in the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1847088"/>
            <a:ext cx="1051560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10512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Fleet overview at a glance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Live device counts, active alerts, predicted risks, firmware gaps</a:t>
            </a:r>
            <a:br>
              <a:rPr sz="819">
                <a:solidFill>
                  <a:srgbClr val="5B7686"/>
                </a:solidFill>
                <a:latin typeface="Aptos"/>
              </a:rPr>
            </a:br>
            <a:r>
              <a:rPr sz="819">
                <a:solidFill>
                  <a:srgbClr val="5B7686"/>
                </a:solidFill>
                <a:latin typeface="Aptos"/>
              </a:rPr>
              <a:t>and a simulator control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91640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71032" y="1847088"/>
            <a:ext cx="1051560" cy="274320"/>
          </a:xfrm>
          <a:prstGeom prst="round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10512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Inventory and activity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Register devices, view live readings and history, export CSV and</a:t>
            </a:r>
            <a:br>
              <a:rPr sz="819">
                <a:solidFill>
                  <a:srgbClr val="5B7686"/>
                </a:solidFill>
                <a:latin typeface="Aptos"/>
              </a:rPr>
            </a:br>
            <a:r>
              <a:rPr sz="819">
                <a:solidFill>
                  <a:srgbClr val="5B7686"/>
                </a:solidFill>
                <a:latin typeface="Aptos"/>
              </a:rPr>
              <a:t>rotate one-time device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9232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1051560" cy="274320"/>
          </a:xfrm>
          <a:prstGeom prst="round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18104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Alerts and rules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Threshold, heartbeat and predictive alerts with configurable limits;</a:t>
            </a:r>
            <a:br>
              <a:rPr sz="819">
                <a:solidFill>
                  <a:srgbClr val="5B7686"/>
                </a:solidFill>
                <a:latin typeface="Aptos"/>
              </a:rPr>
            </a:br>
            <a:r>
              <a:rPr sz="819">
                <a:solidFill>
                  <a:srgbClr val="5B7686"/>
                </a:solidFill>
                <a:latin typeface="Aptos"/>
              </a:rPr>
              <a:t>acknowledge or resolve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999232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71032" y="3154680"/>
            <a:ext cx="1051560" cy="274320"/>
          </a:xfrm>
          <a:prstGeom prst="round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18104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Anomaly prediction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Forecasts which devices will breach a limit, with risk,</a:t>
            </a:r>
            <a:br>
              <a:rPr sz="819">
                <a:solidFill>
                  <a:srgbClr val="5B7686"/>
                </a:solidFill>
                <a:latin typeface="Aptos"/>
              </a:rPr>
            </a:br>
            <a:r>
              <a:rPr sz="819">
                <a:solidFill>
                  <a:srgbClr val="5B7686"/>
                </a:solidFill>
                <a:latin typeface="Aptos"/>
              </a:rPr>
              <a:t>time-to-breach and a model 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06824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4462272"/>
            <a:ext cx="105156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Firmware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425696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Firmware management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Compare installed and latest versions, flag missed security</a:t>
            </a:r>
            <a:br>
              <a:rPr sz="819">
                <a:solidFill>
                  <a:srgbClr val="5B7686"/>
                </a:solidFill>
                <a:latin typeface="Aptos"/>
              </a:rPr>
            </a:br>
            <a:r>
              <a:rPr sz="819">
                <a:solidFill>
                  <a:srgbClr val="5B7686"/>
                </a:solidFill>
                <a:latin typeface="Aptos"/>
              </a:rPr>
              <a:t>releases and roll out 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4306824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71032" y="4462272"/>
            <a:ext cx="1051560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425696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Incidents and access</a:t>
            </a:r>
          </a:p>
          <a:p>
            <a:r>
              <a:rPr sz="819">
                <a:solidFill>
                  <a:srgbClr val="5B7686"/>
                </a:solidFill>
                <a:latin typeface="Aptos"/>
              </a:rPr>
              <a:t>Incident triage, JWT sign-in, admin/viewer roles and accounts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Required stack plus supporting libraries; versions from the installed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1828800"/>
            <a:ext cx="1115568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1" y="1801368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19.3.0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UI component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91640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42816" y="1828800"/>
            <a:ext cx="1115568" cy="274320"/>
          </a:xfrm>
          <a:prstGeom prst="round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1801368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7.0.2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Typed code in frontend +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19" y="1691640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17536" y="1828800"/>
            <a:ext cx="1115568" cy="274320"/>
          </a:xfrm>
          <a:prstGeom prst="round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1801368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22.18.0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Server runtime for API and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70632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8096" y="2907792"/>
            <a:ext cx="1115568" cy="274320"/>
          </a:xfrm>
          <a:prstGeom prst="round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1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5.2.1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REST API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2770632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42816" y="2907792"/>
            <a:ext cx="1115568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16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Durable relational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2770632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17536" y="2907792"/>
            <a:ext cx="1115568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7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Live state, heartbeats, caching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49624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3986784"/>
            <a:ext cx="1115568" cy="274320"/>
          </a:xfrm>
          <a:prstGeom prst="round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1" y="39593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JSON / HTTP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Device ingest and dashboard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849624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42816" y="3986784"/>
            <a:ext cx="1115568" cy="274320"/>
          </a:xfrm>
          <a:prstGeom prst="round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39593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29.7.2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Compose runs the full 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19" y="3849624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17536" y="3986784"/>
            <a:ext cx="1115568" cy="274320"/>
          </a:xfrm>
          <a:prstGeom prst="round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Git /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39593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2.45.1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Version control and delivery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28616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68096" y="5065776"/>
            <a:ext cx="1115568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Vite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1" y="5038344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8.3.2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Frontend build tooling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4928616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42816" y="5065776"/>
            <a:ext cx="1115568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Recharts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8112" y="5038344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3.10.1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Charts and forecast visuals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19" y="4928616"/>
            <a:ext cx="32004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717536" y="5065776"/>
            <a:ext cx="1115568" cy="274320"/>
          </a:xfrm>
          <a:prstGeom prst="round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Zod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5038344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A3A"/>
                </a:solidFill>
                <a:latin typeface="Aptos"/>
              </a:rPr>
              <a:t>4.6.5</a:t>
            </a:r>
          </a:p>
          <a:p>
            <a:r>
              <a:rPr sz="750">
                <a:solidFill>
                  <a:srgbClr val="5B7686"/>
                </a:solidFill>
                <a:latin typeface="Aptos"/>
              </a:rPr>
              <a:t>Request 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| Versions from the installed project dependencies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UI DESIGN / WIREFRAME EQUIVALENT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The running application itself acts as the UI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713232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807631f-30ca-4902-922b-bba539f5d23d.png"/>
          <p:cNvPicPr>
            <a:picLocks noChangeAspect="1"/>
          </p:cNvPicPr>
          <p:nvPr/>
        </p:nvPicPr>
        <p:blipFill>
          <a:blip r:embed="rId2"/>
          <a:srcRect l="1044" r="1044"/>
          <a:stretch>
            <a:fillRect/>
          </a:stretch>
        </p:blipFill>
        <p:spPr>
          <a:xfrm>
            <a:off x="749808" y="1874519"/>
            <a:ext cx="6812280" cy="39136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1645920"/>
            <a:ext cx="31546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773936"/>
            <a:ext cx="2825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Key UI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Persistent sidebar; bottom navigation on phones.</a:t>
            </a:r>
          </a:p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Live data: values refresh every few seconds and flash on change.</a:t>
            </a:r>
          </a:p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Summary cards put the key numbers first.</a:t>
            </a:r>
          </a:p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Status and severity badges are easy to scan.</a:t>
            </a:r>
          </a:p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Forecast charts show the limit, trend and confidence band.</a:t>
            </a:r>
          </a:p>
          <a:p>
            <a:pPr>
              <a:spcAft>
                <a:spcPts val="700"/>
              </a:spcAft>
              <a:defRPr sz="950">
                <a:solidFill>
                  <a:srgbClr val="122A3A"/>
                </a:solidFill>
                <a:latin typeface="Aptos"/>
              </a:defRPr>
            </a:pPr>
            <a:r>
              <a:t>•  Dark and light themes; read-only mode for viewers.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FRONTEND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How the interface is organized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114300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0195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GLOBAL SHELL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Sidebar • sign-in • theme •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73736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737360"/>
            <a:ext cx="73152" cy="114300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90195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PAGE MODULES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Dashboard • Devices • Alerts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Prediction •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3736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20" y="1737360"/>
            <a:ext cx="73152" cy="1143000"/>
          </a:xfrm>
          <a:prstGeom prst="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90195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DATA VISUALS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Cards • charts • forecasts • timeline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737360"/>
            <a:ext cx="1737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737360"/>
            <a:ext cx="73152" cy="1143000"/>
          </a:xfrm>
          <a:prstGeom prst="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1901952"/>
            <a:ext cx="1463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ACTIONS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Register</a:t>
            </a:r>
            <a:br>
              <a:rPr sz="850">
                <a:solidFill>
                  <a:srgbClr val="5B7686"/>
                </a:solidFill>
                <a:latin typeface="Aptos"/>
              </a:rPr>
            </a:br>
            <a:r>
              <a:rPr sz="850">
                <a:solidFill>
                  <a:srgbClr val="5B7686"/>
                </a:solidFill>
                <a:latin typeface="Aptos"/>
              </a:rPr>
              <a:t>update •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2304288"/>
            <a:ext cx="45720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2304288"/>
            <a:ext cx="45720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9680" y="2304288"/>
            <a:ext cx="45720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3429000"/>
            <a:ext cx="10378440" cy="1691640"/>
          </a:xfrm>
          <a:prstGeom prst="roundRect">
            <a:avLst/>
          </a:prstGeom>
          <a:solidFill>
            <a:srgbClr val="083C49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557016"/>
            <a:ext cx="10049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Frontend implementation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913632"/>
            <a:ext cx="1004925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• React 19 with TypeScript; Vite for development and builds.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• React Router for pages, protected by JWT sign-in.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• TanStack Query polls the REST API every few seconds for live data.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• Recharts draws telemetry, forecasts, alert timelines and fleet health.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• Plain CSS design system with dark/light themes and a mobile layout.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BACKEND / APPLICATION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What the application does behind the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37760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19656"/>
            <a:ext cx="4608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4389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Authenticate users and enforce admin/viewer roles.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Accept device heartbeats and telemetry through REST.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Validate every request with Zod schemas.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Evaluate alert rules and run the anomaly predictor.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Detect missed heartbeats and mark devices offline.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Manage firmware releases, updates and incidents.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Serve live data to the dashboard (Redis-cached).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91640"/>
            <a:ext cx="4937760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71031" y="1819656"/>
            <a:ext cx="4608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Backend stack in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176272"/>
            <a:ext cx="4389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Node.js 22 with Express.js 5 (TypeScript).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PostgreSQL 16 through the pg driver.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Redis 7 through ioredis: heartbeats, windows, cache.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JWT (jsonwebtoken) and bcryptjs for authentication.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Built-in simulator for 14 demo devices.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Anomaly model written in TypeScript (no extra runtime).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DATABASE / 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How a device reading moves from the API to persistent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73152" cy="1051560"/>
          </a:xfrm>
          <a:prstGeom prst="rect">
            <a:avLst/>
          </a:prstGeom>
          <a:solidFill>
            <a:srgbClr val="4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30552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1. DEVICE READING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POST /api/telemetry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1965960"/>
            <a:ext cx="73152" cy="1051560"/>
          </a:xfrm>
          <a:prstGeom prst="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2130552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2. VALIDATION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Key check + Zod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9659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1965960"/>
            <a:ext cx="73152" cy="1051560"/>
          </a:xfrm>
          <a:prstGeom prst="rect">
            <a:avLst/>
          </a:prstGeom>
          <a:solidFill>
            <a:srgbClr val="7D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2431" y="2130552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3. REDIS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Live state +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1965960"/>
            <a:ext cx="73152" cy="1051560"/>
          </a:xfrm>
          <a:prstGeom prst="rect">
            <a:avLst/>
          </a:prstGeom>
          <a:solidFill>
            <a:srgbClr val="DC9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2130552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4. POSTGRESQL</a:t>
            </a:r>
          </a:p>
          <a:p>
            <a:r>
              <a:rPr sz="850">
                <a:solidFill>
                  <a:srgbClr val="5B7686"/>
                </a:solidFill>
                <a:latin typeface="Aptos"/>
              </a:rPr>
              <a:t>History + alerts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2487168"/>
            <a:ext cx="41148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66360" y="2487168"/>
            <a:ext cx="41148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2487168"/>
            <a:ext cx="411480" cy="0"/>
          </a:xfrm>
          <a:prstGeom prst="line">
            <a:avLst/>
          </a:prstGeom>
          <a:ln w="25400">
            <a:solidFill>
              <a:srgbClr val="13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3703320"/>
            <a:ext cx="9784080" cy="1463040"/>
          </a:xfrm>
          <a:prstGeom prst="roundRect">
            <a:avLst/>
          </a:prstGeom>
          <a:solidFill>
            <a:srgbClr val="083C49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3831335"/>
            <a:ext cx="94548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What is stored and 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187952"/>
            <a:ext cx="945489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DEF0F2"/>
                </a:solidFill>
                <a:latin typeface="Aptos"/>
              </a:rPr>
              <a:t>PostgreSQL: devices, telemetry, alerts, rules, firmware releases and updates, incidents, users • Redis: heartbeat TTL keys, latest reading, rolling window for the predictor, dashboard cache, login rate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5B7686"/>
                </a:solidFill>
                <a:latin typeface="Aptos"/>
              </a:rPr>
              <a:t>Telemetry older than 7 days is purged automatically; device keys are stored only as SHA-256 hashes.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API /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API / DATA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Main request patterns of the REST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64208"/>
            <a:ext cx="1051560" cy="42062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664208"/>
            <a:ext cx="1965960" cy="42062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664208"/>
            <a:ext cx="6492240" cy="42062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10312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/api/auth/login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103120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Sign in and receive a JWT session token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88336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688336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/api/telemetry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688336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Device heartbeat and readings (x-api-key); triggers rules and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73552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273552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3273552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Inventory with status, firmware and latest readings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58768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3858768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/api/anomaly/predictions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858768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Fleet risk ranking with time-to-breach estimates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43983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443983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/api/alerts/:id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4443983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Acknowledge or resolve an alert (admin)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29200"/>
            <a:ext cx="1051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502920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2A3A"/>
                </a:solidFill>
                <a:latin typeface="Aptos"/>
              </a:rPr>
              <a:t>/api/firmware/updates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5029200"/>
            <a:ext cx="6492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122A3A"/>
                </a:solidFill>
                <a:latin typeface="Aptos"/>
              </a:rPr>
              <a:t>Start a controlled firmware rollout (admin)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5B7686"/>
                </a:solidFill>
                <a:latin typeface="Aptos"/>
              </a:rPr>
              <a:t>Representative endpoints. Everything except sign-in and device ingest needs a signed-in user; changes need an admin.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CURRENT IMPLEMENTATION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Status of each part of the platform in the running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1746504"/>
            <a:ext cx="132588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733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7335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10 screens: dashboard, devices, alerts, prediction, activity, firmware, incidents, rules,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13432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459736"/>
            <a:ext cx="132588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8658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REST API +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86584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Express endpoints with Zod validation, JWT sign-in and admin/viewer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26664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3172968"/>
            <a:ext cx="132588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099816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099816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PostgreSQL schema with seed data; Redis heartbeats, live state and caching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39896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3886200"/>
            <a:ext cx="132588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1304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813048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Threshold rules, missed-heartbeat detection and self-clearing 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53128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" y="4599432"/>
            <a:ext cx="1325880" cy="274320"/>
          </a:xfrm>
          <a:prstGeom prst="roundRect">
            <a:avLst/>
          </a:prstGeom>
          <a:solidFill>
            <a:srgbClr val="28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5262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Anomaly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526280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Logistic-regression model (AUC 0.94) raises predictive alerts before breaches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66360"/>
            <a:ext cx="103784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2" y="5312664"/>
            <a:ext cx="1325880" cy="274320"/>
          </a:xfrm>
          <a:prstGeom prst="roundRect">
            <a:avLst/>
          </a:prstGeom>
          <a:solidFill>
            <a:srgbClr val="13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SIMULATED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2395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Device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23951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5B7686"/>
                </a:solidFill>
                <a:latin typeface="Aptos"/>
              </a:rPr>
              <a:t>Readings and security events come from the built-in simulator, not real hardware yet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5B7686"/>
                </a:solidFill>
                <a:latin typeface="Aptos"/>
              </a:rPr>
              <a:t>Model trained on synthetic data. Remaining: tests/CI, push updates, notifications, retraining on real telemetry.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LIVE WEBSITE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Current IoT Sentinel interface captured from the running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4069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807631f-30ca-4902-922b-bba539f5d23d.png"/>
          <p:cNvPicPr>
            <a:picLocks noChangeAspect="1"/>
          </p:cNvPicPr>
          <p:nvPr/>
        </p:nvPicPr>
        <p:blipFill>
          <a:blip r:embed="rId2"/>
          <a:srcRect b="19528"/>
          <a:stretch>
            <a:fillRect/>
          </a:stretch>
        </p:blipFill>
        <p:spPr>
          <a:xfrm>
            <a:off x="649224" y="1627632"/>
            <a:ext cx="3959352" cy="17922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4088" y="3419855"/>
            <a:ext cx="9601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72768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43abbeaf-2430-49dc-9c89-46b73d5a484c.png"/>
          <p:cNvPicPr>
            <a:picLocks noChangeAspect="1"/>
          </p:cNvPicPr>
          <p:nvPr/>
        </p:nvPicPr>
        <p:blipFill>
          <a:blip r:embed="rId3"/>
          <a:srcRect b="4010"/>
          <a:stretch>
            <a:fillRect/>
          </a:stretch>
        </p:blipFill>
        <p:spPr>
          <a:xfrm>
            <a:off x="4581144" y="1627632"/>
            <a:ext cx="3319272" cy="17922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636008" y="3419855"/>
            <a:ext cx="9601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Devices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1572768"/>
            <a:ext cx="3246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51b96a89-3bf5-4b88-8fc3-aeb752b42380.png"/>
          <p:cNvPicPr>
            <a:picLocks noChangeAspect="1"/>
          </p:cNvPicPr>
          <p:nvPr/>
        </p:nvPicPr>
        <p:blipFill>
          <a:blip r:embed="rId4"/>
          <a:srcRect l="781" r="781"/>
          <a:stretch>
            <a:fillRect/>
          </a:stretch>
        </p:blipFill>
        <p:spPr>
          <a:xfrm>
            <a:off x="7936992" y="1627632"/>
            <a:ext cx="3136391" cy="179222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991855" y="3419855"/>
            <a:ext cx="9601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7dbbeafe-7d97-4f15-93ad-380ab415835e.png"/>
          <p:cNvPicPr>
            <a:picLocks noChangeAspect="1"/>
          </p:cNvPicPr>
          <p:nvPr/>
        </p:nvPicPr>
        <p:blipFill>
          <a:blip r:embed="rId5"/>
          <a:srcRect b="42334"/>
          <a:stretch>
            <a:fillRect/>
          </a:stretch>
        </p:blipFill>
        <p:spPr>
          <a:xfrm>
            <a:off x="649224" y="3849624"/>
            <a:ext cx="5102352" cy="165506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04088" y="5504688"/>
            <a:ext cx="9601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794760"/>
            <a:ext cx="518464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d3fbd1b-a09a-4979-96f1-3c364e1d5164.png"/>
          <p:cNvPicPr>
            <a:picLocks noChangeAspect="1"/>
          </p:cNvPicPr>
          <p:nvPr/>
        </p:nvPicPr>
        <p:blipFill>
          <a:blip r:embed="rId6"/>
          <a:srcRect b="42022"/>
          <a:stretch>
            <a:fillRect/>
          </a:stretch>
        </p:blipFill>
        <p:spPr>
          <a:xfrm>
            <a:off x="5998464" y="3849624"/>
            <a:ext cx="5074920" cy="165506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053328" y="5504688"/>
            <a:ext cx="960120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Firmware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IMPLEMENTATION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Practical challenges to discuss in the first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92224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Real vs simulated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4884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Readings are simulated today; real devices must send the same JSON to the REST ingest endpoint.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6420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71032" y="1792224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Prediction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214884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The model is trained on synthetic data and must be retrained on real telemetry before it is trusted.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008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118104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Live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The dashboard polls every few seconds; WebSocket or SSE push would cut load and delay.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99008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1032" y="3118104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Alert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47472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Predictive alerts need hysteresis and sanity checks so they do not flap or fire without cause.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1596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4443983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Security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80060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Keys are hashed and users have roles; HTTPS, rate limiting and secret management are still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4315968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71032" y="4443983"/>
            <a:ext cx="44714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2A3A"/>
                </a:solidFill>
                <a:latin typeface="Aptos"/>
              </a:rPr>
              <a:t>Data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4800600"/>
            <a:ext cx="4471416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2A3A"/>
                </a:solidFill>
                <a:latin typeface="Aptos"/>
              </a:rPr>
              <a:t>Telemetry arrives constantly, so retention (7 days) and averaged history queries keep the database fast.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REMAINING WORK &amp;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Planned work to move from a working core to a complete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01368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55648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Real-Time Push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Replace polling with WebSocket or SSE updates for an instant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45920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1801368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755648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Notifications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Email and webhook alerts for critical and predictive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44368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099815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054096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Model Retraining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Retrain the predictor on real telemetry; evaluate it per machine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944368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3099815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054096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User Management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Admin screen to promote viewers and manage accounts and ownership.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42816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398264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352544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Testing &amp; CI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Unit and integration tests with a GitHub Actions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4242816"/>
            <a:ext cx="4800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600" y="4398264"/>
            <a:ext cx="475488" cy="274320"/>
          </a:xfrm>
          <a:prstGeom prst="round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352544"/>
            <a:ext cx="3794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22A3A"/>
                </a:solidFill>
                <a:latin typeface="Aptos"/>
              </a:rPr>
              <a:t>Hardening &amp; Deploy</a:t>
            </a:r>
          </a:p>
          <a:p>
            <a:r>
              <a:rPr sz="830">
                <a:solidFill>
                  <a:srgbClr val="5B7686"/>
                </a:solidFill>
                <a:latin typeface="Aptos"/>
              </a:rPr>
              <a:t>HTTPS, rate limiting, secret management and production deployment.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7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3B2A9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1828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B7686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A3A"/>
                </a:solidFill>
                <a:latin typeface="Aptos Display"/>
              </a:rPr>
              <a:t>REFERENCES &amp; SOURCE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704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7686"/>
                </a:solidFill>
                <a:latin typeface="Aptos"/>
              </a:rPr>
              <a:t>Sources used to prepare this first-review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2412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Project proposal deck: IoT Device Health and Security Monitoring Platform (scope, objectives, architecture).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Chatterjee &amp; Ahmed (2022), IoT Anomaly Detection Methods and Applications: A Survey. doi.org/10.1016/j.iot.2022.100568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Feng et al. (2023), Detecting Vulnerability on IoT Device Firmware: A Survey. doi.org/10.1109/JAS.2022.105860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Asokan et al. (2018), ASSURED: Architecture for Secure Software Update of Realistic Embedded Devices. doi.org/10.1109/TCAD.2018.2858422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Official documentation for React, TypeScript, Node.js, Express, PostgreSQL, Redis and Docker.</a:t>
            </a:r>
          </a:p>
          <a:p>
            <a:pPr>
              <a:spcAft>
                <a:spcPts val="700"/>
              </a:spcAft>
              <a:defRPr sz="1050">
                <a:solidFill>
                  <a:srgbClr val="122A3A"/>
                </a:solidFill>
                <a:latin typeface="Aptos"/>
              </a:defRPr>
            </a:pPr>
            <a:r>
              <a:t>•  UX ideas inspired by github.com/Merouanos/arduino-IoT (no code reused).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B7686"/>
                </a:solidFill>
                <a:latin typeface="Aptos"/>
              </a:rPr>
              <a:t>Important: the prediction model is trained on synthetic data and device readings come from a simulator; both are labelled as such throughout.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025896"/>
            <a:ext cx="10195560" cy="10972"/>
          </a:xfrm>
          <a:prstGeom prst="rect">
            <a:avLst/>
          </a:prstGeom>
          <a:solidFill>
            <a:srgbClr val="D7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1081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7686"/>
                </a:solidFill>
                <a:latin typeface="Aptos"/>
              </a:rPr>
              <a:t>Review 1  |  Full Stack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8244FF-D65C-2D34-262B-5DF4688A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528" y="1382852"/>
            <a:ext cx="5806943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8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2018</Words>
  <Application>Microsoft Office PowerPoint</Application>
  <PresentationFormat>Widescreen</PresentationFormat>
  <Paragraphs>358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Device Health and Security Monitoring Platform - Review 1</dc:title>
  <dc:subject/>
  <dc:creator>Siddharth S</dc:creator>
  <cp:keywords/>
  <dc:description>generated using python-pptx</dc:description>
  <cp:lastModifiedBy>Varshini Ramesh</cp:lastModifiedBy>
  <cp:revision>2</cp:revision>
  <dcterms:created xsi:type="dcterms:W3CDTF">2013-01-27T09:14:16Z</dcterms:created>
  <dcterms:modified xsi:type="dcterms:W3CDTF">2026-10-01T08:36:20Z</dcterms:modified>
  <cp:category/>
</cp:coreProperties>
</file>